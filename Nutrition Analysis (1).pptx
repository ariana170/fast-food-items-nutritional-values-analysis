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D5EAE1-0F83-4632-82C4-9C106C709EBA}">
  <a:tblStyle styleId="{12D5EAE1-0F83-4632-82C4-9C106C709E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087576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087576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0875761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0875761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f0875761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f087576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f0875761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f0875761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f0875761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f0875761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kaggle.com/datasets/rakkesharv/fast-food-joint-nutrition-values-dataset" TargetMode="External"/><Relationship Id="rId4" Type="http://schemas.openxmlformats.org/officeDocument/2006/relationships/hyperlink" Target="https://data.cdc.gov/Nutrition-Physical-Activity-and-Obesity/Nutrition-Physical-Activity-and-Obesity-Behavioral/hn4x-zwk7/about_data" TargetMode="External"/><Relationship Id="rId5" Type="http://schemas.openxmlformats.org/officeDocument/2006/relationships/hyperlink" Target="https://www.kaggle.com/datasets/mdmdata/mcdonalds-locations-united-stat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Fast Food Product’s Nutrition Value</a:t>
            </a:r>
            <a:endParaRPr sz="40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different nutritional value elements interact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21775" y="4522600"/>
            <a:ext cx="565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Ionescu Ariana-Georgiana 511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4" name="Google Shape;94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Dataset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4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The dataset contains products from 6 major fast food chains and nutritional values for each. </a:t>
            </a:r>
            <a:endParaRPr sz="1600"/>
          </a:p>
        </p:txBody>
      </p:sp>
      <p:grpSp>
        <p:nvGrpSpPr>
          <p:cNvPr id="98" name="Google Shape;98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9" name="Google Shape;99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What insights can we obtain about each restaurant chain and its products?</a:t>
            </a:r>
            <a:endParaRPr sz="1600"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4" name="Google Shape;104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Predictions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p14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Would it be possible, with the clean data, to make predictions about which fast food chain products are from?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Taking a closer look at the initial dataset</a:t>
            </a:r>
            <a:endParaRPr/>
          </a:p>
        </p:txBody>
      </p:sp>
      <p:graphicFrame>
        <p:nvGraphicFramePr>
          <p:cNvPr id="113" name="Google Shape;113;p15"/>
          <p:cNvGraphicFramePr/>
          <p:nvPr/>
        </p:nvGraphicFramePr>
        <p:xfrm>
          <a:off x="1761213" y="117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{12D5EAE1-0F83-4632-82C4-9C106C709EBA}</a:tableStyleId>
              </a:tblPr>
              <a:tblGrid>
                <a:gridCol w="1157100"/>
                <a:gridCol w="1013675"/>
                <a:gridCol w="1034125"/>
                <a:gridCol w="1054650"/>
                <a:gridCol w="1362025"/>
              </a:tblGrid>
              <a:tr h="53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Company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 Serve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Numerical columns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name of one out of the 6 companies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product category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product name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size of one serving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Nutrition Value features such as: protein, fiber, total fat.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4" name="Google Shape;11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675" y="2852100"/>
            <a:ext cx="2905925" cy="2179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025" y="2932400"/>
            <a:ext cx="3589075" cy="20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 txBox="1"/>
          <p:nvPr>
            <p:ph idx="4294967295" type="body"/>
          </p:nvPr>
        </p:nvSpPr>
        <p:spPr>
          <a:xfrm>
            <a:off x="432350" y="1451575"/>
            <a:ext cx="23565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Changing</a:t>
            </a:r>
            <a:r>
              <a:rPr lang="en" sz="1600">
                <a:solidFill>
                  <a:schemeClr val="lt1"/>
                </a:solidFill>
              </a:rPr>
              <a:t> column types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3" name="Google Shape;123;p16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Per Serve Size column has grams and </a:t>
            </a:r>
            <a:r>
              <a:rPr lang="en" sz="1600"/>
              <a:t>milliliters</a:t>
            </a:r>
            <a:r>
              <a:rPr lang="en" sz="1600"/>
              <a:t>, we convert it to just numerical data.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4" name="Google Shape;124;p16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Replacing null values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26" name="Google Shape;126;p16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/>
              <a:t>Multiple columns have null values that we replace with the value 0, to not remove rows.</a:t>
            </a:r>
            <a:endParaRPr sz="1600"/>
          </a:p>
        </p:txBody>
      </p:sp>
      <p:sp>
        <p:nvSpPr>
          <p:cNvPr id="127" name="Google Shape;127;p16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Removing outliers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9" name="Google Shape;129;p16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/>
              <a:t>During a simple distribution visualization we can see that there are many outliers for each column. We need a database without them for </a:t>
            </a:r>
            <a:r>
              <a:rPr lang="en" sz="1600"/>
              <a:t>classifying</a:t>
            </a:r>
            <a:r>
              <a:rPr lang="en" sz="1600"/>
              <a:t>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311700" y="9757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between different features</a:t>
            </a:r>
            <a:endParaRPr/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311700" y="1858626"/>
            <a:ext cx="2808000" cy="27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After cleaning the data and removing the outliers it would be be interesting to look at the correlation between the features to see in greater detail how they </a:t>
            </a:r>
            <a:r>
              <a:rPr lang="en"/>
              <a:t>interact</a:t>
            </a:r>
            <a:r>
              <a:rPr lang="en"/>
              <a:t> with each other.</a:t>
            </a:r>
            <a:endParaRPr/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100" y="152400"/>
            <a:ext cx="5719501" cy="471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Nutri-Score</a:t>
            </a:r>
            <a:endParaRPr/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introduce a new dimension to help us analyze the data further</a:t>
            </a:r>
            <a:endParaRPr/>
          </a:p>
        </p:txBody>
      </p:sp>
      <p:sp>
        <p:nvSpPr>
          <p:cNvPr id="143" name="Google Shape;143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CFE2F3"/>
                </a:solidFill>
                <a:latin typeface="Arial"/>
                <a:ea typeface="Arial"/>
                <a:cs typeface="Arial"/>
                <a:sym typeface="Arial"/>
              </a:rPr>
              <a:t>The Nutri-Score is a color-coded label (A to E) that rates the nutritional quality of food, with A (green) being the healthiest and E (red) the least healthy.</a:t>
            </a:r>
            <a:endParaRPr sz="1400">
              <a:solidFill>
                <a:srgbClr val="CFE2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CFE2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rgbClr val="CFE2F3"/>
                </a:solidFill>
                <a:latin typeface="Arial"/>
                <a:ea typeface="Arial"/>
                <a:cs typeface="Arial"/>
                <a:sym typeface="Arial"/>
              </a:rPr>
              <a:t>It takes into account different nutrition value content: protein, fiber, saturated fats, sugar, salt, calorie density and if the product is solid or a beverage.  </a:t>
            </a:r>
            <a:endParaRPr sz="1400">
              <a:solidFill>
                <a:srgbClr val="CFE2F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Nutri-Scores</a:t>
            </a:r>
            <a:endParaRPr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97" y="1229975"/>
            <a:ext cx="4207744" cy="333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2221" y="1322175"/>
            <a:ext cx="4600271" cy="33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Making company predictions based on the nutrition value features</a:t>
            </a:r>
            <a:endParaRPr sz="2800"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311700" y="1561500"/>
            <a:ext cx="8520600" cy="30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Do these 6 fast food restaurants have different enough nutrition values so that it would be possible to predict which company a product is from based on the features?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Using a Random Forest Classification algorithm, only on the numerical data, we are able to predict the company with 96% accuracy.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Analysis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plot about Nutri-Score we were able to deduce that McDonald’s does not have the </a:t>
            </a:r>
            <a:r>
              <a:rPr lang="en"/>
              <a:t>healthiest</a:t>
            </a:r>
            <a:r>
              <a:rPr lang="en"/>
              <a:t> options available. Using data about eating habits and obesity percentage across the US and the number of McDonald’s locations in each state could give us further insight into obesity causes.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We can see some relevance, but not very high. </a:t>
            </a:r>
            <a:endParaRPr/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275" y="152400"/>
            <a:ext cx="3845787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4550" y="2643475"/>
            <a:ext cx="3779225" cy="23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2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171" name="Google Shape;171;p22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2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22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22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22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22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22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22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22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22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181" name="Google Shape;181;p22"/>
          <p:cNvSpPr txBox="1"/>
          <p:nvPr>
            <p:ph type="title"/>
          </p:nvPr>
        </p:nvSpPr>
        <p:spPr>
          <a:xfrm>
            <a:off x="265500" y="45255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82" name="Google Shape;182;p22"/>
          <p:cNvSpPr txBox="1"/>
          <p:nvPr>
            <p:ph idx="1" type="subTitle"/>
          </p:nvPr>
        </p:nvSpPr>
        <p:spPr>
          <a:xfrm>
            <a:off x="265500" y="2571750"/>
            <a:ext cx="4045200" cy="24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Dataset sources: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Nutritional values: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https://www.kaggle.com/datasets/rakkesharv/fast-food-joint-nutrition-values-dataset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Health Survey: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https://data.cdc.gov/Nutrition-Physical-Activity-and-Obesity/Nutrition-Physical-Activity-and-Obesity-Behavioral/hn4x-zwk7/about_data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McDonald’s across the US: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https://www.kaggle.com/datasets/mdmdata/mcdonalds-locations-united-states</a:t>
            </a:r>
            <a:r>
              <a:rPr lang="en" sz="1200"/>
              <a:t> </a:t>
            </a:r>
            <a:endParaRPr sz="1200"/>
          </a:p>
        </p:txBody>
      </p:sp>
      <p:grpSp>
        <p:nvGrpSpPr>
          <p:cNvPr id="183" name="Google Shape;183;p22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184" name="Google Shape;184;p22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185" name="Google Shape;185;p22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22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194" name="Google Shape;194;p22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195" name="Google Shape;195;p22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2"/>
          <p:cNvSpPr txBox="1"/>
          <p:nvPr>
            <p:ph idx="2" type="body"/>
          </p:nvPr>
        </p:nvSpPr>
        <p:spPr>
          <a:xfrm rot="3477545">
            <a:off x="6847190" y="1606494"/>
            <a:ext cx="1179587" cy="28642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